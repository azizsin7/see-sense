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29dc9d815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29dc9d815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29dc9d815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29dc9d815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29dc9d815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29dc9d815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29dc9d815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29dc9d815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29dc9d815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29dc9d815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29dc9d815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c29dc9d815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See-Sense: Neural Carbohydrate Estimation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Bridging the Gap Between Computer Vision and Type 1 Diabetes Safety</a:t>
            </a:r>
            <a:endParaRPr/>
          </a:p>
        </p:txBody>
      </p:sp>
      <p:pic>
        <p:nvPicPr>
          <p:cNvPr id="279" name="Google Shape;279;p13" title="calorie-count-app-on-phone-600nw-170404199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7166" y="908514"/>
            <a:ext cx="4151200" cy="42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2960400" y="692400"/>
            <a:ext cx="5373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Engineering Environment</a:t>
            </a:r>
            <a:endParaRPr/>
          </a:p>
        </p:txBody>
      </p:sp>
      <p:pic>
        <p:nvPicPr>
          <p:cNvPr id="285" name="Google Shape;285;p14" title="AiML.jpg"/>
          <p:cNvPicPr preferRelativeResize="0"/>
          <p:nvPr/>
        </p:nvPicPr>
        <p:blipFill rotWithShape="1">
          <a:blip r:embed="rId3">
            <a:alphaModFix/>
          </a:blip>
          <a:srcRect b="0" l="100000" r="100000" t="0"/>
          <a:stretch/>
        </p:blipFill>
        <p:spPr>
          <a:xfrm>
            <a:off x="0" y="3146325"/>
            <a:ext cx="3366875" cy="19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2960400" y="1990050"/>
            <a:ext cx="5373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on the Edge: WSL2 + RTX 3050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Hybrid development using Windows Subsystem for Linux (WSL2).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Powered by NVIDIA CUDA &amp; cuDNN for 50x faster training than CPU.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Stability: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Custom VRAM management to ensure OS stability during high-load training.</a:t>
            </a:r>
            <a:endParaRPr sz="1900"/>
          </a:p>
        </p:txBody>
      </p:sp>
      <p:sp>
        <p:nvSpPr>
          <p:cNvPr id="287" name="Google Shape;287;p14"/>
          <p:cNvSpPr/>
          <p:nvPr/>
        </p:nvSpPr>
        <p:spPr>
          <a:xfrm>
            <a:off x="768420" y="1293225"/>
            <a:ext cx="1050765" cy="2079571"/>
          </a:xfrm>
          <a:custGeom>
            <a:rect b="b" l="l" r="r" t="t"/>
            <a:pathLst>
              <a:path extrusionOk="0" h="78794" w="39813">
                <a:moveTo>
                  <a:pt x="33274" y="78794"/>
                </a:moveTo>
                <a:cubicBezTo>
                  <a:pt x="27750" y="73479"/>
                  <a:pt x="-912" y="56281"/>
                  <a:pt x="130" y="46901"/>
                </a:cubicBezTo>
                <a:cubicBezTo>
                  <a:pt x="1172" y="37521"/>
                  <a:pt x="37234" y="30329"/>
                  <a:pt x="39527" y="22512"/>
                </a:cubicBezTo>
                <a:cubicBezTo>
                  <a:pt x="41820" y="14695"/>
                  <a:pt x="18161" y="3752"/>
                  <a:pt x="13888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3972534" y="489125"/>
            <a:ext cx="4220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Neural Engine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3956900" y="1990050"/>
            <a:ext cx="5139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 with EfficientNetB0: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Chosen for the best "Efficiency-to-Accuracy" ratio.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Anti-Cheat Lock: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Frozen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BatchNormalization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layers to ensure clinical-grade stability.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Custom Global Average Pooling + 40% Dropout to prevent overfitting.</a:t>
            </a:r>
            <a:endParaRPr sz="1500"/>
          </a:p>
        </p:txBody>
      </p:sp>
      <p:pic>
        <p:nvPicPr>
          <p:cNvPr id="294" name="Google Shape;294;p15" title="Diagram-of-the-neural-network-model.png"/>
          <p:cNvPicPr preferRelativeResize="0"/>
          <p:nvPr/>
        </p:nvPicPr>
        <p:blipFill rotWithShape="1">
          <a:blip r:embed="rId3">
            <a:alphaModFix/>
          </a:blip>
          <a:srcRect b="0" l="0" r="0" t="7158"/>
          <a:stretch/>
        </p:blipFill>
        <p:spPr>
          <a:xfrm>
            <a:off x="0" y="0"/>
            <a:ext cx="389297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6" title="of-filter-icon-filter-logo-isolated-on-white-background-free-vector.jpg"/>
          <p:cNvPicPr preferRelativeResize="0"/>
          <p:nvPr/>
        </p:nvPicPr>
        <p:blipFill rotWithShape="1">
          <a:blip r:embed="rId3">
            <a:alphaModFix/>
          </a:blip>
          <a:srcRect b="26429" l="18039" r="17000" t="23484"/>
          <a:stretch/>
        </p:blipFill>
        <p:spPr>
          <a:xfrm rot="-5400000">
            <a:off x="48774" y="2092326"/>
            <a:ext cx="3345624" cy="257957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 txBox="1"/>
          <p:nvPr>
            <p:ph type="title"/>
          </p:nvPr>
        </p:nvSpPr>
        <p:spPr>
          <a:xfrm>
            <a:off x="3460800" y="598575"/>
            <a:ext cx="4873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Clinical Robustness &amp; Data Integrity</a:t>
            </a:r>
            <a:endParaRPr/>
          </a:p>
        </p:txBody>
      </p:sp>
      <p:sp>
        <p:nvSpPr>
          <p:cNvPr id="301" name="Google Shape;301;p16"/>
          <p:cNvSpPr txBox="1"/>
          <p:nvPr>
            <p:ph idx="1" type="body"/>
          </p:nvPr>
        </p:nvSpPr>
        <p:spPr>
          <a:xfrm>
            <a:off x="3460675" y="1990050"/>
            <a:ext cx="4873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"Data" to "Gold Standard":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Audit: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AI-driven data cleaning (removing low-confidence "imposters").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Augmentation: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Training for real-world scenarios (dim lighting, restaurant angles).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Mixed Precision Training (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float16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for rapid, accurate calculations.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/>
          <p:nvPr>
            <p:ph type="title"/>
          </p:nvPr>
        </p:nvSpPr>
        <p:spPr>
          <a:xfrm>
            <a:off x="1140700" y="558400"/>
            <a:ext cx="22350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Results</a:t>
            </a:r>
            <a:endParaRPr/>
          </a:p>
        </p:txBody>
      </p:sp>
      <p:sp>
        <p:nvSpPr>
          <p:cNvPr id="307" name="Google Shape;307;p17"/>
          <p:cNvSpPr txBox="1"/>
          <p:nvPr>
            <p:ph idx="1" type="body"/>
          </p:nvPr>
        </p:nvSpPr>
        <p:spPr>
          <a:xfrm>
            <a:off x="1068700" y="1880600"/>
            <a:ext cx="4549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251 distinct food categories.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Predictive confidence + Carbs per 100g.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Filtered validation set ensuring a representative cross-section of foods.</a:t>
            </a:r>
            <a:endParaRPr sz="1700"/>
          </a:p>
        </p:txBody>
      </p:sp>
      <p:pic>
        <p:nvPicPr>
          <p:cNvPr id="308" name="Google Shape;308;p17" title="r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3000" y="1922500"/>
            <a:ext cx="3220999" cy="32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8" title="test_results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4267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&amp; Next Steps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303800" y="2052600"/>
            <a:ext cx="4267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Ready for Delivery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exported as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.keras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mobile deployment.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mapping finalized for instant nutritional lookup.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Phase: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Real-time mobile integration for T1D patients.</a:t>
            </a:r>
            <a:endParaRPr sz="1700"/>
          </a:p>
        </p:txBody>
      </p:sp>
      <p:pic>
        <p:nvPicPr>
          <p:cNvPr id="320" name="Google Shape;320;p19" title="n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175" y="1252400"/>
            <a:ext cx="3697825" cy="38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